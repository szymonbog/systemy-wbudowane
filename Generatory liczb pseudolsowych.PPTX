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88" autoAdjust="0"/>
  </p:normalViewPr>
  <p:slideViewPr>
    <p:cSldViewPr>
      <p:cViewPr varScale="1">
        <p:scale>
          <a:sx n="62" d="100"/>
          <a:sy n="62" d="100"/>
        </p:scale>
        <p:origin x="-101" y="-6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olny kształt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Dowolny kształt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ytuł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17" name="Podtytuł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sp>
        <p:nvSpPr>
          <p:cNvPr id="30" name="Symbol zastępczy daty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19" name="Symbol zastępczy stopki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7" name="Symbol zastępczy numeru slajd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olny kształt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owolny kształt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9" name="Symbol zastępczy stopki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 smtClean="0"/>
              <a:t>Kliknij ikonę, aby dodać obraz</a:t>
            </a:r>
            <a:endParaRPr kumimoji="0" lang="en-US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olny kształt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owolny kształt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ymbol zastępczy tytułu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0" name="Symbol zastępczy tekstu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10" name="Symbol zastępczy daty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221E02-25CB-4963-84BC-0813985E7D90}" type="datetimeFigureOut">
              <a:rPr lang="pl-PL" smtClean="0"/>
              <a:pPr/>
              <a:t>05.03.2024</a:t>
            </a:fld>
            <a:endParaRPr lang="pl-PL"/>
          </a:p>
        </p:txBody>
      </p:sp>
      <p:sp>
        <p:nvSpPr>
          <p:cNvPr id="22" name="Symbol zastępczy stopki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18" name="Symbol zastępczy numeru slajdu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Generatory Liczb Pseudolosowych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31224" cy="1143000"/>
          </a:xfrm>
        </p:spPr>
        <p:txBody>
          <a:bodyPr>
            <a:normAutofit fontScale="90000"/>
          </a:bodyPr>
          <a:lstStyle/>
          <a:p>
            <a:r>
              <a:rPr lang="pl-PL" dirty="0" smtClean="0"/>
              <a:t>Generatory liczb pseudolosowych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Generatory liczb pseudolosowych (</a:t>
            </a:r>
            <a:r>
              <a:rPr lang="pl-PL" dirty="0" err="1" smtClean="0"/>
              <a:t>PLG</a:t>
            </a:r>
            <a:r>
              <a:rPr lang="pl-PL" dirty="0" smtClean="0"/>
              <a:t>) są algorytmami używanymi do generowania sekwencji liczb, które wydają się być losowe, chociaż są wygenerowane w sposób deterministyczny.</a:t>
            </a:r>
          </a:p>
          <a:p>
            <a:r>
              <a:rPr lang="pl-PL" dirty="0" smtClean="0"/>
              <a:t>Są powszechnie używane w informatyce do symulacji, kryptografii, grach komputerowych i innych dziedzinach.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Cechy generatorów liczb pseudolosowych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 err="1" smtClean="0"/>
              <a:t>Periodiczność</a:t>
            </a:r>
            <a:r>
              <a:rPr lang="pl-PL" dirty="0" smtClean="0"/>
              <a:t>: </a:t>
            </a:r>
            <a:r>
              <a:rPr lang="pl-PL" dirty="0" err="1" smtClean="0"/>
              <a:t>PLG</a:t>
            </a:r>
            <a:r>
              <a:rPr lang="pl-PL" dirty="0" smtClean="0"/>
              <a:t> generują okresowe sekwencje, co oznacza, że po pewnym czasie zaczynają się powtarzać.</a:t>
            </a:r>
          </a:p>
          <a:p>
            <a:r>
              <a:rPr lang="pl-PL" dirty="0" smtClean="0"/>
              <a:t>Działanie deterministyczne: Wynik zależy tylko od stanu generatora i ziarna, które jest używane jako początkowy punkt generacji.</a:t>
            </a:r>
          </a:p>
          <a:p>
            <a:r>
              <a:rPr lang="pl-PL" dirty="0" smtClean="0"/>
              <a:t>Jakość: Ocenę jakości generatorów można przeprowadzić za pomocą testów statystycznych, które sprawdzają różne właściwości sekwencji generowanych liczb.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Ziarno (</a:t>
            </a:r>
            <a:r>
              <a:rPr lang="pl-PL" dirty="0" err="1" smtClean="0"/>
              <a:t>Seed</a:t>
            </a:r>
            <a:r>
              <a:rPr lang="pl-PL" dirty="0" smtClean="0"/>
              <a:t>)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Ziarno: Jest to wartość początkowa używana do zainicjowania generatora. To, jakie ziarno jest używane, ma wpływ na sekwencję liczb wygenerowanych przez generator.</a:t>
            </a:r>
          </a:p>
          <a:p>
            <a:r>
              <a:rPr lang="pl-PL" dirty="0" smtClean="0"/>
              <a:t>Wpływ ziarna: Wybór ziarna może znacząco wpłynąć na jakość generowanych liczb oraz na ich użyteczność w różnych zastosowaniach.</a:t>
            </a:r>
          </a:p>
          <a:p>
            <a:r>
              <a:rPr lang="pl-PL" dirty="0" smtClean="0"/>
              <a:t>Znaczenie doboru ziarna: W niektórych aplikacjach wybór ziarna może być krytyczny, zwłaszcza jeśli zależy nam na losowości generowanych liczb.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Algorytmy generacji liczb pseudolosowych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 smtClean="0"/>
              <a:t>Przegląd algorytmów: Istnieje wiele różnych algorytmów generacji liczb pseudolosowych, takich jak liniowy kongruentny generator (</a:t>
            </a:r>
            <a:r>
              <a:rPr lang="pl-PL" dirty="0" err="1" smtClean="0"/>
              <a:t>LCG</a:t>
            </a:r>
            <a:r>
              <a:rPr lang="pl-PL" dirty="0" smtClean="0"/>
              <a:t>), </a:t>
            </a:r>
            <a:r>
              <a:rPr lang="pl-PL" dirty="0" err="1" smtClean="0"/>
              <a:t>Mersenne</a:t>
            </a:r>
            <a:r>
              <a:rPr lang="pl-PL" dirty="0" smtClean="0"/>
              <a:t> Twister, czy </a:t>
            </a:r>
            <a:r>
              <a:rPr lang="pl-PL" dirty="0" err="1" smtClean="0"/>
              <a:t>XORShift</a:t>
            </a:r>
            <a:r>
              <a:rPr lang="pl-PL" dirty="0" smtClean="0"/>
              <a:t>.</a:t>
            </a:r>
          </a:p>
          <a:p>
            <a:r>
              <a:rPr lang="pl-PL" dirty="0" smtClean="0"/>
              <a:t>Opis działania: Każdy algorytm ma swoje własne reguły generowania liczb na podstawie wcześniejszych stanów.</a:t>
            </a:r>
          </a:p>
          <a:p>
            <a:r>
              <a:rPr lang="pl-PL" dirty="0" smtClean="0"/>
              <a:t>Porównanie wydajności i jakości: Algorytmy różnią się pod względem wydajności, jakości generowanych liczb i okresowości sekwencji.</a:t>
            </a:r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Testy jakości generowanych liczb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Przegląd testów statystycznych: Istnieją różne testy, takie jak Testy </a:t>
            </a:r>
            <a:r>
              <a:rPr lang="pl-PL" dirty="0" err="1" smtClean="0"/>
              <a:t>Diehard</a:t>
            </a:r>
            <a:r>
              <a:rPr lang="pl-PL" dirty="0" smtClean="0"/>
              <a:t>, </a:t>
            </a:r>
            <a:r>
              <a:rPr lang="pl-PL" dirty="0" err="1" smtClean="0"/>
              <a:t>Marsaglia's</a:t>
            </a:r>
            <a:r>
              <a:rPr lang="pl-PL" dirty="0" smtClean="0"/>
              <a:t> </a:t>
            </a:r>
            <a:r>
              <a:rPr lang="pl-PL" dirty="0" err="1" smtClean="0"/>
              <a:t>Dieharder</a:t>
            </a:r>
            <a:r>
              <a:rPr lang="pl-PL" dirty="0" smtClean="0"/>
              <a:t>, czy </a:t>
            </a:r>
            <a:r>
              <a:rPr lang="pl-PL" dirty="0" err="1" smtClean="0"/>
              <a:t>NIST</a:t>
            </a:r>
            <a:r>
              <a:rPr lang="pl-PL" dirty="0" smtClean="0"/>
              <a:t> </a:t>
            </a:r>
            <a:r>
              <a:rPr lang="pl-PL" dirty="0" err="1" smtClean="0"/>
              <a:t>STS</a:t>
            </a:r>
            <a:r>
              <a:rPr lang="pl-PL" dirty="0" smtClean="0"/>
              <a:t>, które są używane do oceny jakości sekwencji liczb pseudolosowych.</a:t>
            </a:r>
          </a:p>
          <a:p>
            <a:r>
              <a:rPr lang="pl-PL" dirty="0" smtClean="0"/>
              <a:t>Cel testów: Testy te sprawdzają różne aspekty generowanych sekwencji, takie jak równomierność, niezależność, czy rozkład.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Zastosowania generatorów liczb pseudolosowych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dirty="0" smtClean="0"/>
              <a:t>Symulacje komputerowe: Generatory są używane do modelowania zjawisk losowych w symulacjach.</a:t>
            </a:r>
          </a:p>
          <a:p>
            <a:r>
              <a:rPr lang="pl-PL" dirty="0" smtClean="0"/>
              <a:t>Kryptografia: W kryptografii generatory są używane do generowania kluczy, wektorów inicjalizacyjnych itp.</a:t>
            </a:r>
          </a:p>
          <a:p>
            <a:r>
              <a:rPr lang="pl-PL" dirty="0" smtClean="0"/>
              <a:t>Gry komputerowe: Generatory są wykorzystywane do generowania losowych zdarzeń w grach komputerowych.</a:t>
            </a:r>
          </a:p>
          <a:p>
            <a:r>
              <a:rPr lang="pl-PL" dirty="0" smtClean="0"/>
              <a:t>Modele matematyczne: W wielu dziedzinach matematyki, fizyki czy ekonomii, </a:t>
            </a:r>
            <a:r>
              <a:rPr lang="pl-PL" dirty="0" err="1" smtClean="0"/>
              <a:t>PLG</a:t>
            </a:r>
            <a:r>
              <a:rPr lang="pl-PL" dirty="0" smtClean="0"/>
              <a:t> są używane do modelowania przypadkowych zjawisk.</a:t>
            </a:r>
          </a:p>
          <a:p>
            <a:r>
              <a:rPr lang="pl-PL" dirty="0" smtClean="0"/>
              <a:t>Symulacje Monte Carlo: W analizie numerycznej </a:t>
            </a:r>
            <a:r>
              <a:rPr lang="pl-PL" dirty="0" err="1" smtClean="0"/>
              <a:t>PLG</a:t>
            </a:r>
            <a:r>
              <a:rPr lang="pl-PL" dirty="0" smtClean="0"/>
              <a:t> są niezbędne do przeprowadzenia symulacji Monte Carlo.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Zagrożenia i pułapki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 smtClean="0"/>
              <a:t>Przewidywalność: Ponieważ generatory są deterministyczne, mogą zostać złamane, jeśli ich algorytm lub ziarno zostaną odkryte.</a:t>
            </a:r>
          </a:p>
          <a:p>
            <a:r>
              <a:rPr lang="pl-PL" dirty="0" smtClean="0"/>
              <a:t>Bezpieczeństwo kryptograficzne: W przypadku zastosowań kryptograficznych, generatory muszą spełniać wyższe standardy bezpieczeństwa, aby zapewnić odporność na ataki </a:t>
            </a:r>
            <a:r>
              <a:rPr lang="pl-PL" dirty="0" err="1" smtClean="0"/>
              <a:t>kryptoanalizy</a:t>
            </a:r>
            <a:r>
              <a:rPr lang="pl-PL" dirty="0" smtClean="0"/>
              <a:t>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Implementacja w praktyce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 smtClean="0"/>
              <a:t>Wybór odpowiedniego generatora: W zależności od konkretnego zastosowania należy wybrać odpowiedni generator, który spełnia wymagania co do jakości, wydajności itp.</a:t>
            </a:r>
          </a:p>
          <a:p>
            <a:r>
              <a:rPr lang="pl-PL" dirty="0" smtClean="0"/>
              <a:t>Ustalanie ziarna: Ustalenie odpowiedniego ziarna jest kluczowe dla uzyskania odpowiedniej losowości w generowanych liczbach.</a:t>
            </a:r>
          </a:p>
          <a:p>
            <a:r>
              <a:rPr lang="pl-PL" dirty="0" smtClean="0"/>
              <a:t>Zapewnienie jakości: Ważne jest, aby generator był odpowiednio przetestowany i jego jakość była regularnie monitorowana.</a:t>
            </a:r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Rozwój i nowe kierunki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Badania nad nowymi algorytmami: Wciąż trwają badania nad nowymi algorytmami generacji liczb pseudolosowych, które mogą poprawić jakość i wydajność generatorów.</a:t>
            </a:r>
          </a:p>
          <a:p>
            <a:r>
              <a:rPr lang="pl-PL" dirty="0" smtClean="0"/>
              <a:t>Integracja z procesorami i sprzętem: Generatory mogą być integrowane bezpośrednio z procesorami i innym sprzętem, co może poprawić wydajność generacji liczb.</a:t>
            </a:r>
          </a:p>
          <a:p>
            <a:r>
              <a:rPr lang="pl-PL" dirty="0" smtClean="0"/>
              <a:t>Generatory kwantowe: W perspektywie długoterminowej, generatory kwantowe mogą stać się nowym kierunkiem rozwoju, oferując jeszcze większą losowość.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Podsumowanie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Generatory liczb </a:t>
            </a:r>
            <a:r>
              <a:rPr lang="pl-PL" dirty="0" smtClean="0"/>
              <a:t>pseudolosowych odgrywają </a:t>
            </a:r>
            <a:r>
              <a:rPr lang="pl-PL" dirty="0" smtClean="0"/>
              <a:t>kluczową rolę w wielu dziedzinach, zapewniając narzędzia do generowania sekwencji liczb, które zachowują cechy losowości.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Dziękuję za uwagę</a:t>
            </a:r>
            <a:br>
              <a:rPr lang="pl-PL" dirty="0" smtClean="0"/>
            </a:br>
            <a:r>
              <a:rPr lang="pl-PL" dirty="0" smtClean="0"/>
              <a:t>Szymon Bogdański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zny">
  <a:themeElements>
    <a:clrScheme name="Techniczny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zny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zn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17</TotalTime>
  <Words>584</Words>
  <Application>Microsoft Office PowerPoint</Application>
  <PresentationFormat>Pokaz na ekranie (4:3)</PresentationFormat>
  <Paragraphs>39</Paragraphs>
  <Slides>12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Techniczny</vt:lpstr>
      <vt:lpstr>Generatory Liczb Pseudolosowych</vt:lpstr>
      <vt:lpstr>Generatory liczb pseudolosowych</vt:lpstr>
      <vt:lpstr>Cechy generatorów liczb pseudolosowych</vt:lpstr>
      <vt:lpstr>Ziarno (Seed)</vt:lpstr>
      <vt:lpstr>Algorytmy generacji liczb pseudolosowych</vt:lpstr>
      <vt:lpstr>Testy jakości generowanych liczb</vt:lpstr>
      <vt:lpstr>Zastosowania generatorów liczb pseudolosowych</vt:lpstr>
      <vt:lpstr>Zagrożenia i pułapki</vt:lpstr>
      <vt:lpstr>Implementacja w praktyce</vt:lpstr>
      <vt:lpstr>Rozwój i nowe kierunki</vt:lpstr>
      <vt:lpstr>Podsumowanie</vt:lpstr>
      <vt:lpstr>Slajd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Generatory Liczb Pseudolosowych</dc:title>
  <dc:creator>Szymon Bogdański</dc:creator>
  <cp:lastModifiedBy>Szymon Bogdański</cp:lastModifiedBy>
  <cp:revision>4</cp:revision>
  <dcterms:created xsi:type="dcterms:W3CDTF">2024-03-05T17:19:35Z</dcterms:created>
  <dcterms:modified xsi:type="dcterms:W3CDTF">2024-03-05T17:48:13Z</dcterms:modified>
</cp:coreProperties>
</file>